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MISHIKA FASHION LUXURY BOUTIQUE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Local BI Assistant &amp; Operations Engine</a:t>
            </a:r>
          </a:p>
          <a:p>
            <a:pPr>
              <a:spcBef>
                <a:spcPts val="1400"/>
              </a:spcBef>
              <a:defRPr sz="1800">
                <a:solidFill>
                  <a:srgbClr val="94A3B8"/>
                </a:solidFill>
              </a:defRPr>
            </a:pPr>
            <a:r>
              <a:t>Enterprise-Grade Retail Intelligence, Real-Time Simulation &amp; Privacy-First Local AI Copilot</a:t>
            </a:r>
          </a:p>
          <a:p>
            <a:pPr>
              <a:spcBef>
                <a:spcPts val="2800"/>
              </a:spcBef>
              <a:defRPr sz="1300">
                <a:solidFill>
                  <a:srgbClr val="10B981"/>
                </a:solidFill>
              </a:defRPr>
            </a:pPr>
            <a:r>
              <a:t>• 100% Offline-First (Local Ollama Llama 3.2, SQLite &amp; ReportLab)   • Zero Cloud Data Leakage</a:t>
            </a:r>
            <a:br/>
            <a:r>
              <a:t>• What-If Price Elasticity Simulator   • Dynamic 60 FPS Visual Pipeline   • Boardroom PDF Reports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5303520"/>
            <a:ext cx="1901952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5349240"/>
            <a:ext cx="190195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97706"/>
                </a:solidFill>
              </a:defRPr>
            </a:pPr>
            <a:r>
              <a:t>PERSISTENCE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SQLite (ACID Ledgers)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27248" y="5303520"/>
            <a:ext cx="1901952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27248" y="5349240"/>
            <a:ext cx="190195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97706"/>
                </a:solidFill>
              </a:defRPr>
            </a:pPr>
            <a:r>
              <a:t>INTELLIGENCE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Ollama LLM (Offline RAG)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57216" y="5303520"/>
            <a:ext cx="1901952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57216" y="5349240"/>
            <a:ext cx="190195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97706"/>
                </a:solidFill>
              </a:defRPr>
            </a:pPr>
            <a:r>
              <a:t>SIMULATION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Discrete Event Tick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87184" y="5303520"/>
            <a:ext cx="1901952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87184" y="5349240"/>
            <a:ext cx="190195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97706"/>
                </a:solidFill>
              </a:defRPr>
            </a:pPr>
            <a:r>
              <a:t>REPORTING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ReportLab Platypus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17152" y="5303520"/>
            <a:ext cx="1901952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17152" y="5349240"/>
            <a:ext cx="190195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97706"/>
                </a:solidFill>
              </a:defRPr>
            </a:pPr>
            <a:r>
              <a:t>ARCHITECTURE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Clean 'src/' Modular Layout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MISHIKA FASHION LUXURY BOUTIQUE BI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Executive Overview: Modernizing Boutique Retail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🚨 Industry Bottlenecks &amp; Challenges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• Cloud Privacy Hazards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Exporting proprietary sales numbers and customer feedback to third-party cloud APIs poses serious compliance, privacy, and cost risks.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• Blind Pricing &amp; Margin Leakage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Boutiques frequently underprice against luxury rivals without realizing it, forfeiting $1,000s in uncaptured monthly gross profit.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• Broken Size Curves &amp; Stranded Stock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Running out of core sizes (S, M, L) halts sell-through while stranded fringe stock (XL) locks up valuable working capital.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• Static Dashboards vs. Reality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Traditional BI reports are backward-looking PDFs created days later, missing fast real-time store stockouts.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✨ The Local BI Boutique Solution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• 100% Privacy-Preserving Offline Engine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All computation, SQLite ledgers, ReportLab PDFs, and Ollama LLM inference execute entirely on-premise on local hardware.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• Dynamic What-If Price Elasticity Simulator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Simulates demand shifts across retail apparel categories and enables 1-click catalog repricing to capture market parity.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• Automated Inventory Circuit Safeguards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Enforces capacity limits and permits selective disabling of sales or restocks per SKU to prevent costly inventory bloat.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• Boardroom Executive Audits &amp; AI Copilot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Generates comprehensive multi-horizon PDF audits and provides multi-persona AI advisory with full transcript export.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MISHIKA FASHION LUXURY BOUTIQUE BI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System Architecture: Decoupled Multi-Layer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9728" cy="9326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53312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1. Presentation Layer (Streamlit &amp; Plotly)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5 Modular System Views: Dashboard, Live Ops, Inventory, PDF, AI Studio</a:t>
            </a:r>
            <a:br/>
            <a:r>
              <a:t>• Responsive, ultra-compact KPI status strips (~52px) and 60 FPS Canvas arena</a:t>
            </a:r>
            <a:br/>
            <a:r>
              <a:t>• Interactive Plotly visual charts with selective inventory diff rendering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106984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109728" cy="9326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04872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t>2. Analytics &amp; Intelligence Layer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CompetitorAnalyzer: Price elasticity modeling (E_cat) &amp; Store CPI Index</a:t>
            </a:r>
            <a:br/>
            <a:r>
              <a:t>• AdvancedInventoryManager: Stockout velocity scoring &amp; liquidation alerts</a:t>
            </a:r>
            <a:br/>
            <a:r>
              <a:t>• MarketingOptimizer: Campaign ROAS &amp; SentimentTrackingEngine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79"/>
            <a:ext cx="106984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383279"/>
            <a:ext cx="109728" cy="9326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56431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3. Discrete Event Simulation Engine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Stochastic tick processor generating customer sales &amp; inbound truck deliveries</a:t>
            </a:r>
            <a:br/>
            <a:r>
              <a:t>• Store Circuit Controls: Real-time capacity checks &amp; product toggle gates</a:t>
            </a:r>
            <a:br/>
            <a:r>
              <a:t>• Dynamic Competitor Price Ingestion across 3 distinct retail brand tiers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34840"/>
            <a:ext cx="106984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434840"/>
            <a:ext cx="109728" cy="9326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507992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4. Persistence &amp; Data Access (SQLite)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5 ACID Ledgers: sales_ledger, purchase_ledger, size_matrix_stock, controls, benchmarks</a:t>
            </a:r>
            <a:br/>
            <a:r>
              <a:t>• Fully self-healing schemas: auto-repairs missing tables on initialization</a:t>
            </a:r>
            <a:br/>
            <a:r>
              <a:t>• Isolated storage architecture at storage/db/boutique_bi.db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106984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486400"/>
            <a:ext cx="109728" cy="9326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559552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5. Privacy-First AI &amp; PDF Reporting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Local Ollama RAG integration (Llama 3.2 / Mistral) with live context injection</a:t>
            </a:r>
            <a:br/>
            <a:r>
              <a:t>• ReportLab Platypus Engine with two-pass NumberedCanvas ('Page X of Y')</a:t>
            </a:r>
            <a:br/>
            <a:r>
              <a:t>• Automated 4-part executive audit narrative compilation &amp; chat transcript export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MISHIKA FASHION LUXURY BOUTIQUE BI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Module 1: Executive Strategy Dashboard &amp; What-If Repricing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563EB"/>
                </a:solidFill>
              </a:defRPr>
            </a:pPr>
            <a:r>
              <a:t>📊 High-Level Financial Scorecard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Live Cumulative Sales Revenue: Authenticated transaction ledger aggregation.</a:t>
            </a:r>
            <a:br/>
            <a:r>
              <a:t>• Realized Gross Margin %: Tracks true profit margin after COGS deduction.</a:t>
            </a:r>
            <a:br/>
            <a:r>
              <a:t>• Size Curve Outages: Instant visibility into apparel styles with broken size runs.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80160"/>
            <a:ext cx="51206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46304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563EB"/>
                </a:solidFill>
              </a:defRPr>
            </a:pPr>
            <a:r>
              <a:t>📈 2x2 Operational Diagnostics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Product Sales Velocity: Horizontal sell-through rate (STR %) benchmark.</a:t>
            </a:r>
            <a:br/>
            <a:r>
              <a:t>• Customer Sentiment Matrix: Polarity tracking (-1.0 to +1.0) by merchandise line.</a:t>
            </a:r>
            <a:br/>
            <a:r>
              <a:t>• Critical Size Curve Alerts: Pinpoints missing core sizes (S, M) and stranded stock units.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1206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60519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563EB"/>
                </a:solidFill>
              </a:defRPr>
            </a:pPr>
            <a:r>
              <a:t>🏬 Tri-Brand Competitor Benchmark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Multi-Competitor Matrix: Compares our retail price against Velvet &amp; Vine (Luxury, +15-35%), Avenue Apparel (Mid-Tier, -5 to +8%), and Minimalist Thread (Budget, -15 to -30%).</a:t>
            </a:r>
            <a:br/>
            <a:r>
              <a:t>• Store Price Index (CPI): Calculates overall store market parity (100 = Market Parity).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977639"/>
            <a:ext cx="51206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160519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563EB"/>
                </a:solidFill>
              </a:defRPr>
            </a:pPr>
            <a:r>
              <a:t>⚡ Interactive 'What-If' Repricing Simulator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Price Elasticity Modeling: Incorporates apparel category elasticities (Outerwear -1.10, Knitwear -1.25, Dresses -1.35, Bottoms -1.40, Tops -1.55).</a:t>
            </a:r>
            <a:br/>
            <a:r>
              <a:t>• Projections: Real-time demand volume delta, monthly gross profit gain, and new CPI.</a:t>
            </a:r>
            <a:br/>
            <a:r>
              <a:t>• 1-Click Catalog Repricing: Instantly commits new price to SQLite across the live store.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MISHIKA FASHION LUXURY BOUTIQUE BI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Module 2: Real-Time Store Operations Pipeline &amp; Dynamic Arena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B981"/>
                </a:solidFill>
              </a:defRPr>
            </a:pPr>
            <a:r>
              <a:t>⚡ Discrete Event Ingestion Engine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Continuously handles stochastic retail transactions (65% customer sales, 35% restocks).</a:t>
            </a:r>
            <a:br/>
            <a:r>
              <a:t>• Live database persistence: immediately logs buyer sales and supplier deliveries with zero lag.</a:t>
            </a:r>
            <a:br/>
            <a:r>
              <a:t>• Circuit breaker checks: rejects deliveries or purchases if controls are toggled off.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B981"/>
                </a:solidFill>
              </a:defRPr>
            </a:pPr>
            <a:r>
              <a:t>🎮 60 FPS HTML5 Canvas Arena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Hardware-accelerated dynamic animation container with zero UI flicker.</a:t>
            </a:r>
            <a:br/>
            <a:r>
              <a:t>• Delivery Cargo Truck: Inbound arrival, warehouse docking, and crate transfer.</a:t>
            </a:r>
            <a:br/>
            <a:r>
              <a:t>• Luxury Shopper: Walk cycles, transaction sparkle physics, and revenue badges.</a:t>
            </a:r>
            <a:br/>
            <a:r>
              <a:t>• Dual Sine-Wave Liquid Tank: Mathematically models physical fluid stock volume.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86200"/>
            <a:ext cx="51206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B981"/>
                </a:solidFill>
              </a:defRPr>
            </a:pPr>
            <a:r>
              <a:t>📊 Selective Inventory Diff Bar Chart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Performance Optimization: Re-renders the Plotly chart ONLY when inventory changes.</a:t>
            </a:r>
            <a:br/>
            <a:r>
              <a:t>• Preserves Zoom &amp; Pan: Uses Plotly uirevision to prevent canvas reset flickering.</a:t>
            </a:r>
            <a:br/>
            <a:r>
              <a:t>• Real-Time Color Highlighting:</a:t>
            </a:r>
            <a:br/>
            <a:r>
              <a:t>   🟢 Emerald Green: Product just restocked by inbound truck shipment</a:t>
            </a:r>
            <a:br/>
            <a:r>
              <a:t>   🟡 Amber Gold: Product just purchased by a store shopper</a:t>
            </a:r>
            <a:br/>
            <a:r>
              <a:t>   🔴 Crimson: Critical safety stock breach (&lt;= 15 units)</a:t>
            </a:r>
            <a:br/>
            <a:r>
              <a:t>   🔵 Luxury Slate: All stable, unchanged catalog 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886200"/>
            <a:ext cx="51206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06908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B981"/>
                </a:solidFill>
              </a:defRPr>
            </a:pPr>
            <a:r>
              <a:t>📝 High-Density KPI Strip &amp; Live Ledgers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52px Ultra-Compact Header: Shows Total Revenue, Low Stock count, and Live status.</a:t>
            </a:r>
            <a:br/>
            <a:r>
              <a:t>• Dual Streaming Ledgers: Live Sales Log (product, price, timestamp) and Inbound Restocks Log (units, supplier cost).</a:t>
            </a:r>
            <a:br/>
            <a:r>
              <a:t>• Standby Pre-Loading: Pre-loads baseline charts and assets so the UI never flashes blank.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MISHIKA FASHION LUXURY BOUTIQUE BI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Module 3: Inventory Circuit Breakers &amp; Capacity Enforcers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38144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72384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🛡️ Retail Circuit Breaker Switches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Independent Sales Toggle: Turn off 'Allow Sales' per style to reserve inventory for VIP previews, seasonal holds, or vendor recalls.</a:t>
            </a:r>
            <a:br/>
            <a:r>
              <a:t>• Procurement Gate: Turn off 'Allow Restocks' to block inbound vendor shipments.</a:t>
            </a:r>
            <a:br/>
            <a:r>
              <a:t>• Immediate Engine Guard: The simulation engine queries SQLite circuit settings on every tick, enforcing rules in real-time.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2544" y="1371600"/>
            <a:ext cx="3438144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35424" y="1554480"/>
            <a:ext cx="3072384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📦 Warehouse Capacity Limits (Ceilings)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Maximum Storage Ceilings: Prevents warehouse overfilling by establishing maximum unit thresholds (e.g., 100 or 150 units per style).</a:t>
            </a:r>
            <a:br/>
            <a:r>
              <a:t>• Intelligent Overfill Rejection: Automatically rejects delivery trucks when inventory reaches capacity, preventing working capital lockup.</a:t>
            </a:r>
            <a:br/>
            <a:r>
              <a:t>• Operational Alerts: Displays clear warning logs when shipments are turned away due to full capacity.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1371600"/>
            <a:ext cx="3438144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6448" y="1554480"/>
            <a:ext cx="3072384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🧵 Granular Size-Matrix Stock Matrix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Multi-Variant Resolution: Tracks discrete unit stock across core apparel sizes (Small, Medium, Large, Extra Large).</a:t>
            </a:r>
            <a:br/>
            <a:r>
              <a:t>• Automated Size Curve Detection: Flags broken size curves whenever core sizes (S, M, L) drop to 0 while fringe sizes (XL) remain stranded.</a:t>
            </a:r>
            <a:br/>
            <a:r>
              <a:t>• Remediation Prescriptions: Suggests immediate corrective action (liquidation markdowns, emergency replenishment).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MISHIKA FASHION LUXURY BOUTIQUE BI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Module 4: Boardroom-Grade PDF Reporting Engine (ReportLab)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8B5CF6"/>
                </a:solidFill>
              </a:defRPr>
            </a:pPr>
            <a:r>
              <a:t>📄 Multi-Horizon Audit Periods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Daily Snapshot: Immediate 24-hour review of sales transactions, cash flow, and deliveries.</a:t>
            </a:r>
            <a:br/>
            <a:r>
              <a:t>• Weekly Performance Audit: Analyzes moving averages, velocity shifts, and replenishment spend.</a:t>
            </a:r>
            <a:br/>
            <a:r>
              <a:t>• Monthly Review: Strategic balance sheet review and gross margin tracking.</a:t>
            </a:r>
            <a:br/>
            <a:r>
              <a:t>• Complete All-Time Ledger: Comprehensive audit of entire historical database transactions.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8B5CF6"/>
                </a:solidFill>
              </a:defRPr>
            </a:pPr>
            <a:r>
              <a:t>📑 ReportLab Platypus Architecture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Strict Flowable Layout: Structured tables, paragraph flowables, and clean spacers.</a:t>
            </a:r>
            <a:br/>
            <a:r>
              <a:t>• Two-Pass NumberedCanvas: Calculates exact total page counts ('Page X of Y') dynamically.</a:t>
            </a:r>
            <a:br/>
            <a:r>
              <a:t>• Micro-Card Bubble Architecture: Multi-page transcripts and audit ledgers break cleanly across pages with zero LayoutErrors.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8B5CF6"/>
                </a:solidFill>
              </a:defRPr>
            </a:pPr>
            <a:r>
              <a:t>🤖 Embedded Local AI Commentary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Automated Executive Narrative: Synthesizes live SQLite audit ledgers into a 4-part boardroom narrative via local Ollama.</a:t>
            </a:r>
            <a:br/>
            <a:r>
              <a:t>• Financial Health Assessment: Revenue, COGS, realized gross margin %.</a:t>
            </a:r>
            <a:br/>
            <a:r>
              <a:t>• Velocity &amp; Supply Chain: Highlights top performers and supply chain delivery status.</a:t>
            </a:r>
            <a:br/>
            <a:r>
              <a:t>• Strategic Actions: Prioritizes 3 immediate boardroom actions for the executive team.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931920"/>
            <a:ext cx="51206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11480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8B5CF6"/>
                </a:solidFill>
              </a:defRPr>
            </a:pPr>
            <a:r>
              <a:t>🏬 Section 6: Competitor Benchmark Table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Integrated Market Parity: Embeds a full competitor benchmark table into every executive audit.</a:t>
            </a:r>
            <a:br/>
            <a:r>
              <a:t>• Brand Benchmarks: Displays prices across Velvet &amp; Vine, Avenue Apparel, and Minimalist Thread.</a:t>
            </a:r>
            <a:br/>
            <a:r>
              <a:t>• Underpriced Hazard Highlighting: Visual amber styling for items with Price Index &lt; 92%.</a:t>
            </a:r>
            <a:br/>
            <a:r>
              <a:t>• Prescribed Actions: Specific repricing guidance embedded directly in the audit.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MISHIKA FASHION LUXURY BOUTIQUE BI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Module 5: Local AI Copilot Studio &amp; Strategic Knowledge 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38144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72384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🦙 100% Offline Local LLM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Powered by local Ollama instances running llama3.2:3b or mistral:latest.</a:t>
            </a:r>
            <a:br/>
            <a:r>
              <a:t>• Zero API Keys &amp; Zero Per-Token Costs: Completely offline, fast, and free to query.</a:t>
            </a:r>
            <a:br/>
            <a:r>
              <a:t>• Complete Privacy: Internal financial transactions and review sentiments never leave the machine.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2544" y="1371600"/>
            <a:ext cx="3438144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35424" y="1554480"/>
            <a:ext cx="3072384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👔 3 Executive Advisory Personas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Senior Merchandise Director: Focuses on sell-through rate (STR %), inventory turnover, GMROI, and working capital defense.</a:t>
            </a:r>
            <a:br/>
            <a:r>
              <a:t>• Pricing &amp; Margin Strategist: Analyzes Competitor Price Index (CPI), eliminates underpriced hazards, and optimizes elasticity.</a:t>
            </a:r>
            <a:br/>
            <a:r>
              <a:t>• Haute Fashion &amp; Styling Curator: Assesses garment craftsmanship, customer feedback, and size curve harmony.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1371600"/>
            <a:ext cx="3438144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6448" y="1554480"/>
            <a:ext cx="3072384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🔍 Live Knowledge Inspector &amp; FAQs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Real-Time Context Cards: Shows the exact database payload injected into Ollama prompts (revenue, top sellers, broken curves, competitor hazards).</a:t>
            </a:r>
            <a:br/>
            <a:r>
              <a:t>• Tabbed Strategic FAQs: Pre-loaded questions across 4 strategic pillars (Financials, Inventory, Pricing, Sentiment).</a:t>
            </a:r>
            <a:br/>
            <a:r>
              <a:t>• 1-Click PDF Chat Export: Compiles formatted transcripts into executive PDF documents.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MISHIKA FASHION LUXURY BOUTIQUE BI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Competitor Intelligence &amp; Price Elasticity Math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🏬 Multi-Brand Benchmark Tiers &amp; CPI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Velvet &amp; Vine Boutique (Luxury Designer)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Prices range +15% to +35% above our baseline. Represents the high-end luxury ceiling.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Avenue Apparel (Contemporary Mid-Tier)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Prices hover -5% to +8% around our baseline. Represents our primary direct retail peer.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Minimalist Thread Co. (Budget / Fast Fashion)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Prices sit -15% to -30% below our baseline. Represents value and clearance baselines.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Competitor Price Index (CPI) Formula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CPI = (Our Price / Average Market Price) * 100</a:t>
            </a:r>
            <a:br/>
            <a:r>
              <a:t>  • Underpriced Hazard: CPI &lt; 92.0% (Margin Leakage)</a:t>
            </a:r>
            <a:br/>
            <a:r>
              <a:t>  • Market Aligned: 92.0% &lt;= CPI &lt;= 112.0% (Parity)</a:t>
            </a:r>
            <a:br/>
            <a:r>
              <a:t>  • Premium Positioned: CPI &gt; 112.0% (Luxury Premium)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📈 Category Price Elasticity Demand Math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Category Price Elasticity Coefficients (E)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Different fashion categories respond differently to price changes:</a:t>
            </a:r>
            <a:br/>
            <a:r>
              <a:t>  • Outerwear: E = -1.10 (Least elastic / Inelastic)</a:t>
            </a:r>
            <a:br/>
            <a:r>
              <a:t>  • Knitwear: E = -1.25</a:t>
            </a:r>
            <a:br/>
            <a:r>
              <a:t>  • Dresses: E = -1.35</a:t>
            </a:r>
            <a:br/>
            <a:r>
              <a:t>  • Bottoms: E = -1.40</a:t>
            </a:r>
            <a:br/>
            <a:r>
              <a:t>  • Tops: E = -1.55 (Most elastic / Highly sensitive)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Volume Shift Formula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pct_price_change = (new_price - old_price) / old_price</a:t>
            </a:r>
            <a:br/>
            <a:r>
              <a:t>pct_volume_change = elasticity * pct_price_change</a:t>
            </a:r>
            <a:br/>
            <a:r>
              <a:t>projected_units = round(base_volume * (1 + pct_volume_change))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Financial Net Profit Optimization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new_revenue = new_price * projected_units</a:t>
            </a:r>
            <a:br/>
            <a:r>
              <a:t>new_cost = unit_cost * projected_units</a:t>
            </a:r>
            <a:br/>
            <a:r>
              <a:t>profit_delta = (new_revenue - new_cost) - old_gross_profit</a:t>
            </a:r>
            <a:br/>
            <a:r>
              <a:t>Identifies sweet-spot price increases where margin expansion outpaces volume drop.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MISHIKA FASHION LUXURY BOUTIQUE BI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Enterprise Clean Project Architecture ('src/' Layout)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📂 Modular Directory Blueprint</a:t>
            </a:r>
          </a:p>
          <a:p>
            <a:pPr>
              <a:spcBef>
                <a:spcPts val="800"/>
              </a:spcBef>
              <a:defRPr sz="950">
                <a:solidFill>
                  <a:srgbClr val="F1F5F9"/>
                </a:solidFill>
                <a:latin typeface="Consolas"/>
              </a:defRPr>
            </a:pPr>
            <a:r>
              <a:t>local_bi_boutique_assistant/</a:t>
            </a:r>
            <a:br/>
            <a:r>
              <a:t>│</a:t>
            </a:r>
            <a:br/>
            <a:r>
              <a:t>├── 📂 src/                  # Production Python Package</a:t>
            </a:r>
            <a:br/>
            <a:r>
              <a:t>│   ├── core/               # Config, logger, master catalog</a:t>
            </a:r>
            <a:br/>
            <a:r>
              <a:t>│   ├── data/               # SQLite DatabaseManager &amp; schema</a:t>
            </a:r>
            <a:br/>
            <a:r>
              <a:t>│   ├── analytics/          # Competitor elasticity &amp; inventory</a:t>
            </a:r>
            <a:br/>
            <a:r>
              <a:t>│   ├── simulation/         # Real-time event stream engine</a:t>
            </a:r>
            <a:br/>
            <a:r>
              <a:t>│   ├── ai/                 # Local Ollama RAG &amp; prompt builder</a:t>
            </a:r>
            <a:br/>
            <a:r>
              <a:t>│   ├── reporting/          # ReportLab Platypus PDF builder</a:t>
            </a:r>
            <a:br/>
            <a:r>
              <a:t>│   └── ui/                 # Styling, CSS tokens &amp; animations</a:t>
            </a:r>
            <a:br/>
            <a:r>
              <a:t>│</a:t>
            </a:r>
            <a:br/>
            <a:r>
              <a:t>├── 📂 storage/              # Runtime Storage (git-ignored)</a:t>
            </a:r>
            <a:br/>
            <a:r>
              <a:t>│   ├── db/boutique_bi.db   # SQLite production database</a:t>
            </a:r>
            <a:br/>
            <a:r>
              <a:t>│   └── exports/            # Generated boardroom PDFs</a:t>
            </a:r>
            <a:br/>
            <a:r>
              <a:t>│</a:t>
            </a:r>
            <a:br/>
            <a:r>
              <a:t>├── 📂 logs/                 # Rotated application logs</a:t>
            </a:r>
            <a:br/>
            <a:r>
              <a:t>│   └── app.log</a:t>
            </a:r>
            <a:br/>
            <a:r>
              <a:t>│</a:t>
            </a:r>
            <a:br/>
            <a:r>
              <a:t>├── 📂 tests/                # Automated Regression Suite</a:t>
            </a:r>
            <a:br/>
            <a:r>
              <a:t>│   └── test_*.py           # 7 Unit tests (elasticity, DB, PDF)</a:t>
            </a:r>
            <a:br/>
            <a:r>
              <a:t>│</a:t>
            </a:r>
            <a:br/>
            <a:r>
              <a:t>├── app.py                  # Primary Streamlit Entrypoint</a:t>
            </a:r>
            <a:br/>
            <a:r>
              <a:t>├── run_tests.py            # 1-Click Automated Test Runner</a:t>
            </a:r>
            <a:br/>
            <a:r>
              <a:t>├── run.bat / run.ps1       # Windows 1-Click Launchers</a:t>
            </a:r>
            <a:br/>
            <a:r>
              <a:t>└── requirements.txt        # Verified Dependencies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🏛️ Architectural Design Principles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• Separation of Concerns (SoC)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UI elements, business calculations, database queries, and AI prompt engineering are cleanly isolated in independent subpackages.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• Zero Root Clutter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All 13 legacy scripts and duplicate shims were eliminated from the root folder. Only clean entrypoints (app.py, run.bat) remain at the top level.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• Storage &amp; Log Segregation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Databases and log files are isolated in storage/ and logs/, protected by comprehensive root .gitignore rules.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• Deterministic Testing &amp; Reliability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A dedicated tests/ directory paired with run_tests.py verifies all calculations before production deployment.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MISHIKA FASHION LUXURY BOUTIQUE BI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Verification &amp; Deployment: 100% Passing Test Suite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🧪 Test Suite (run_tests.py)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Built with standard library unittest (zero extra runner dependencies required).</a:t>
            </a:r>
            <a:br/>
            <a:r>
              <a:t>• test_01_elasticity: Verifies demand curves, volume deltas, and profit calculations.</a:t>
            </a:r>
            <a:br/>
            <a:r>
              <a:t>• test_02_cpi_structure: Validates store-wide Price Index and hazard categorization.</a:t>
            </a:r>
            <a:br/>
            <a:r>
              <a:t>• test_03_database_initialization: Confirms self-healing table verification.</a:t>
            </a:r>
            <a:br/>
            <a:r>
              <a:t>• test_04_record_sale: Validates atomic inventory deductions and ledger logging.</a:t>
            </a:r>
            <a:br/>
            <a:r>
              <a:t>• test_05_update_catalog_price: Validates live catalog price updates.</a:t>
            </a:r>
            <a:br/>
            <a:r>
              <a:t>• test_06_chat_transcript_pdf: Verifies multi-turn chat PDF generation.</a:t>
            </a:r>
            <a:br/>
            <a:r>
              <a:t>• test_07_enterprise_pdf: Verifies multi-page financial audit PDF compilation.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⚡ Deployment &amp; 1-Click Launchers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Windows 1-Click Batch (run.bat):</a:t>
            </a:r>
            <a:br/>
            <a:r>
              <a:t>  - Automatically detects and activates .venv virtual environment.</a:t>
            </a:r>
            <a:br/>
            <a:r>
              <a:t>  - Launches Streamlit on port 8501 with dark luxury styling.</a:t>
            </a:r>
            <a:br/>
            <a:br/>
            <a:r>
              <a:t>• PowerShell 1-Click Script (run.ps1):</a:t>
            </a:r>
            <a:br/>
            <a:r>
              <a:t>  - Native PowerShell execution with color-coded status messages.</a:t>
            </a:r>
            <a:br/>
            <a:br/>
            <a:r>
              <a:t>• Manual Streamlit Command:</a:t>
            </a:r>
            <a:br/>
            <a:r>
              <a:t>  .\.venv\Scripts\python.exe -m streamlit run app.py</a:t>
            </a:r>
            <a:br/>
            <a:br/>
            <a:r>
              <a:t>• Automated Test Execution:</a:t>
            </a:r>
            <a:br/>
            <a:r>
              <a:t>  .\.venv\Scripts\python.exe run_tests.py</a:t>
            </a:r>
            <a:br/>
            <a:br/>
            <a:r>
              <a:t>• Test Result: 7/7 Tests Passed in 0.31s (100% Success Rate)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CONCLUSION &amp; STRATEGIC VALUE</a:t>
            </a:r>
          </a:p>
          <a:p>
            <a:pPr>
              <a:spcBef>
                <a:spcPts val="800"/>
              </a:spcBef>
              <a:defRPr sz="3000" b="1">
                <a:solidFill>
                  <a:srgbClr val="FFFFFF"/>
                </a:solidFill>
              </a:defRPr>
            </a:pPr>
            <a:r>
              <a:t>Autonomous, Boardroom-Grade Retail Intelligence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Mishika Fashion Boutique BI Assistant delivers an end-to-end operational intelligence system that bridges daily retail transactions with long-term strategic boardroom decisions.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840480"/>
            <a:ext cx="23774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3977639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🔒 Zero-Trust Privacy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Complete data isolation. No proprietary sales, inventory, or margins are ever transmitted over external cloud networks.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3840480"/>
            <a:ext cx="23774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3977639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💰 Margin Optimization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Dynamic price elasticity modeling identifies and eliminates Underpriced Hazards against luxury competitors, boosting monthly profit.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840480"/>
            <a:ext cx="23774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3977639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⚙️ Operational Control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Circuit breaker toggles and warehouse capacity limits prevent supply-chain overfill and broken size curve stockouts.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3840480"/>
            <a:ext cx="23774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3977639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📑 Boardroom Ready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Instant executive PDF generation and AI Copilot dialogue exports provide actionable intelligence for leadership teams.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